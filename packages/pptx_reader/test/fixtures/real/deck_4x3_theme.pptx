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9144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2404534"/>
            <a:ext cx="5825202" cy="1646302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4050834"/>
            <a:ext cx="5825202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81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7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700868"/>
            <a:ext cx="6447501" cy="1826581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4527448"/>
            <a:ext cx="6447501" cy="8604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841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2160589"/>
            <a:ext cx="3138026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2160590"/>
            <a:ext cx="3138026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845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2160983"/>
            <a:ext cx="3139217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737246"/>
            <a:ext cx="31392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2160983"/>
            <a:ext cx="3139214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737246"/>
            <a:ext cx="313921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04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609600"/>
            <a:ext cx="6447501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55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1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98604"/>
            <a:ext cx="2890896" cy="1278466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514925"/>
            <a:ext cx="3385156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777069"/>
            <a:ext cx="2890896" cy="2584449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872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800600"/>
            <a:ext cx="6447500" cy="566738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609600"/>
            <a:ext cx="6447501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5367338"/>
            <a:ext cx="6447500" cy="67402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28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609600"/>
            <a:ext cx="6447501" cy="34036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4470400"/>
            <a:ext cx="6447501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393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09600"/>
            <a:ext cx="6070601" cy="30226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3632200"/>
            <a:ext cx="5418393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4470400"/>
            <a:ext cx="6447501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790378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88655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8975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931988"/>
            <a:ext cx="6447501" cy="2595460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4527448"/>
            <a:ext cx="6447501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2853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09600"/>
            <a:ext cx="6070601" cy="30226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4013200"/>
            <a:ext cx="6447502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4527448"/>
            <a:ext cx="6447501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790378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88655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13804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609600"/>
            <a:ext cx="6441152" cy="30226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4013200"/>
            <a:ext cx="6447502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4527448"/>
            <a:ext cx="6447501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290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8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609600"/>
            <a:ext cx="978557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609600"/>
            <a:ext cx="5295113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342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9144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609600"/>
            <a:ext cx="6447501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2160590"/>
            <a:ext cx="6447501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6041363"/>
            <a:ext cx="6839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D1AE6-FD9D-46B2-AD34-6D7FD1390061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6041363"/>
            <a:ext cx="47232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6041363"/>
            <a:ext cx="5125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49CFD036-43A2-409F-AA03-9AEAD96777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511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8E23-607A-5874-3700-DEAEE8C4A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Themed 4:3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300F1-987A-CEE1-138F-21D09A48FB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Applied theme: Facet</a:t>
            </a:r>
          </a:p>
        </p:txBody>
      </p:sp>
    </p:spTree>
    <p:extLst>
      <p:ext uri="{BB962C8B-B14F-4D97-AF65-F5344CB8AC3E}">
        <p14:creationId xmlns:p14="http://schemas.microsoft.com/office/powerpoint/2010/main" val="1122504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9D65B-DB71-0F95-6D3C-9038C0087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Themed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09085-C248-4B00-894C-A99175924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Point one</a:t>
            </a:r>
          </a:p>
          <a:p>
            <a:pPr lvl="1"/>
            <a:r>
              <a:rPr lang="en-US"/>
              <a:t>Sub point</a:t>
            </a:r>
          </a:p>
          <a:p>
            <a:r>
              <a:rPr lang="en-US"/>
              <a:t>Point two</a:t>
            </a:r>
          </a:p>
        </p:txBody>
      </p:sp>
    </p:spTree>
    <p:extLst>
      <p:ext uri="{BB962C8B-B14F-4D97-AF65-F5344CB8AC3E}">
        <p14:creationId xmlns:p14="http://schemas.microsoft.com/office/powerpoint/2010/main" val="175404406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15</Words>
  <Application>Microsoft Office PowerPoint</Application>
  <PresentationFormat>Custom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Trebuchet MS</vt:lpstr>
      <vt:lpstr>Wingdings 3</vt:lpstr>
      <vt:lpstr>Facet</vt:lpstr>
      <vt:lpstr>Themed 4:3 title</vt:lpstr>
      <vt:lpstr>Themed 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</cp:revision>
  <dcterms:created xsi:type="dcterms:W3CDTF">2026-10-26T03:31:38Z</dcterms:created>
  <dcterms:modified xsi:type="dcterms:W3CDTF">2026-10-26T03:31:38Z</dcterms:modified>
</cp:coreProperties>
</file>