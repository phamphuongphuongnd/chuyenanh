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9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2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4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3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4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53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1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7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1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7393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2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9703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84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8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7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334F3-B55F-42B0-A9C7-3752F066273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828C42ED-CC03-4982-88EC-4076BCEB1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7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F860-8BB6-B4A0-8817-A6EF99BCFA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Themed 4:3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B05B6-62F8-7AA6-97F6-A29B85C004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Applied theme: Facet</a:t>
            </a:r>
          </a:p>
        </p:txBody>
      </p:sp>
    </p:spTree>
    <p:extLst>
      <p:ext uri="{BB962C8B-B14F-4D97-AF65-F5344CB8AC3E}">
        <p14:creationId xmlns:p14="http://schemas.microsoft.com/office/powerpoint/2010/main" val="392480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62C5-BFB4-2479-A681-38C445B4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Themed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99DFD-B390-AC80-612A-DEAD30BE5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Point one</a:t>
            </a:r>
          </a:p>
          <a:p>
            <a:pPr lvl="1"/>
            <a:r>
              <a:rPr lang="en-US"/>
              <a:t>Sub point</a:t>
            </a:r>
          </a:p>
          <a:p>
            <a:r>
              <a:rPr lang="en-US"/>
              <a:t>Point two</a:t>
            </a:r>
          </a:p>
        </p:txBody>
      </p:sp>
    </p:spTree>
    <p:extLst>
      <p:ext uri="{BB962C8B-B14F-4D97-AF65-F5344CB8AC3E}">
        <p14:creationId xmlns:p14="http://schemas.microsoft.com/office/powerpoint/2010/main" val="38544648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15</Words>
  <Application>Microsoft Office PowerPoint</Application>
  <PresentationFormat>Custom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Themed 4:3 title</vt:lpstr>
      <vt:lpstr>Themed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2026-10-26T03:39:36Z</dcterms:created>
  <dcterms:modified xsi:type="dcterms:W3CDTF">2026-10-26T03:39:36Z</dcterms:modified>
</cp:coreProperties>
</file>