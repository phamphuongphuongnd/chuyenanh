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89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B2-44E5-9BC4-CF28E916C9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B2-44E5-9BC4-CF28E916C96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B2-44E5-9BC4-CF28E916C9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1899824"/>
        <c:axId val="571908944"/>
      </c:barChart>
      <c:catAx>
        <c:axId val="571899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1908944"/>
        <c:crosses val="autoZero"/>
        <c:auto val="1"/>
        <c:lblAlgn val="ctr"/>
        <c:lblOffset val="100"/>
        <c:noMultiLvlLbl val="0"/>
      </c:catAx>
      <c:valAx>
        <c:axId val="571908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1899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A4FA0-6F55-419F-AA71-8E2985ACDA9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71561-9B72-4124-BAEA-01BA8CB2C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52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First note line</a:t>
            </a:r>
          </a:p>
          <a:p>
            <a:r>
              <a:rPr lang="en-US"/>
              <a:t>Second note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71561-9B72-4124-BAEA-01BA8CB2C3D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76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B678-D55A-BD73-E9A1-38270FD5A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A6D49-DB86-7B88-FF29-3F7778057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4CD8D-BA6D-4EE2-9D3F-5ADB73E1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F13B9-D35D-41F1-BDF9-F94BA176E30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24875-9F54-9C21-B7AE-D5BFAEAEA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23B83-E997-4E9C-6357-AF083838E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3947-BC9A-457D-B935-8A90E729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032B8-5B64-E3F0-3B31-0649A4ED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068BE-CD3E-380E-1915-8EA0B8BF7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604FE-270B-0C52-ED5C-81DAB5CE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F13B9-D35D-41F1-BDF9-F94BA176E30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E62BA-FF76-B18A-8CD6-862E84D86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D1346-FFCD-C74B-AE3B-EA8800FC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3947-BC9A-457D-B935-8A90E729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31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1893-95A1-FA01-06C3-FFAD17992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C0253-5100-604D-AAA7-B9CF55AAD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847DE-354C-C4B7-4997-BDFA234A5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F13B9-D35D-41F1-BDF9-F94BA176E30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2937-C5D4-B839-3C62-0894ABBC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3793B-30F1-3638-200D-DDAACEDFC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3947-BC9A-457D-B935-8A90E729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7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AA978-5FE0-1E3E-F524-20AC831E0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9F0F6-8858-F4F1-E548-E35853856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7598E-8566-D67C-81C1-4500D3899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D2F6B-37BC-41D0-5796-9F8A872CE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F13B9-D35D-41F1-BDF9-F94BA176E30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43643-C873-E2F0-75A4-FF5C64F15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C52AB-B3EE-2394-EB05-C8802A42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3947-BC9A-457D-B935-8A90E729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66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6EC8F-23FD-CCEF-A604-B7E15A0C7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2E1A1-5A70-96EF-9688-1E0326036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25F78F-ACCB-1453-25CF-56EB89AA1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83FEF-AAD2-3752-F643-26D3FDC91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B43630-E06B-BE2E-B2D4-86416CC30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4B07A-D866-1F78-D950-54CD7B8B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F13B9-D35D-41F1-BDF9-F94BA176E30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CAD6C5-2BAF-3BF5-3F43-D95C65A6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F0008-6E3F-A677-32AF-AB22DE6B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3947-BC9A-457D-B935-8A90E729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77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AC60E-29F0-729E-DDCA-0B45C8F7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A4D484-EFE0-E993-CC30-AF1A70FF2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F13B9-D35D-41F1-BDF9-F94BA176E30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BC0D2-1B66-7540-1A02-CDA6133C7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2A118-6AF7-58B6-DA03-7AD61CE84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3947-BC9A-457D-B935-8A90E729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3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17305-30E6-4144-4A7C-0B4DB9AA9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F13B9-D35D-41F1-BDF9-F94BA176E30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A98532-6762-0BE4-8F75-6462874BB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936F3-1B09-5A70-FB78-9330404E6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3947-BC9A-457D-B935-8A90E729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8C5-42D5-3237-2F56-F8FB0445E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4C89D-B5DB-AEF8-1A74-CE84092D1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89710-1B01-FA6B-7CE3-6B245217D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1C197-ABB7-54AD-1E79-478E0546F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F13B9-D35D-41F1-BDF9-F94BA176E30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6E279-E0AB-4040-A946-B5181FFF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20525-9DFF-311F-63EF-5E743AA9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3947-BC9A-457D-B935-8A90E729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883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6CD84-8DC7-328F-2989-7EC44D6B4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C4582-2A7D-3317-E1E7-45FE75B57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31B522-6035-B12B-C1DE-235B597A8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80841-F670-37FC-4D57-79113C76E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F13B9-D35D-41F1-BDF9-F94BA176E30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E1BEB-5DB3-AE14-8DB1-44F7DC782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FDCB6-7AD9-9A1B-A762-EAE590F41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3947-BC9A-457D-B935-8A90E729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8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117AF-222F-2E45-FD08-78997D41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09EC5-6196-C104-1574-40EB10F02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4EFFD-EEBB-5A96-43CA-34753B200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F13B9-D35D-41F1-BDF9-F94BA176E30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EB104-0CA8-A9D2-2FA8-6230A6FE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2AF92-5B31-B092-1320-EE300B299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3947-BC9A-457D-B935-8A90E729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67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933DA-7F62-1642-F1EB-8DB3CE7B3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9C889E-072A-A16A-BA7D-EF386067C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5F6DD-BC9F-5323-BE5C-A3978E1DD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F13B9-D35D-41F1-BDF9-F94BA176E30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69273-21D5-A81C-C33B-2A10A4F28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083DF-40AB-57AA-25F4-AAE4E2A9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3947-BC9A-457D-B935-8A90E729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3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D1EA86-CCA6-8C4B-930C-71BF84D6F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1C665-5602-C505-47BC-326B48DA4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25076-57A8-3F30-531F-B6861A41E4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F13B9-D35D-41F1-BDF9-F94BA176E30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F429A-CE62-6168-3108-BD958DD8B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2588C-3538-3834-CE38-C0BC710B5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43947-BC9A-457D-B935-8A90E729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60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4A75C-3271-AAA6-C7A7-9138B6EDA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Real Deck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527BA2-19E1-850A-92A0-E32FE39C6D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Subtitle line made by PowerPoint</a:t>
            </a:r>
          </a:p>
        </p:txBody>
      </p:sp>
    </p:spTree>
    <p:extLst>
      <p:ext uri="{BB962C8B-B14F-4D97-AF65-F5344CB8AC3E}">
        <p14:creationId xmlns:p14="http://schemas.microsoft.com/office/powerpoint/2010/main" val="3602424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0BCC-936B-0450-8998-E6D8B712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Bullets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29B98-EF92-E554-CED9-6A310052B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Level one A</a:t>
            </a:r>
          </a:p>
          <a:p>
            <a:pPr lvl="1"/>
            <a:r>
              <a:rPr lang="en-US"/>
              <a:t>Level two A1</a:t>
            </a:r>
          </a:p>
          <a:p>
            <a:pPr lvl="2"/>
            <a:r>
              <a:rPr lang="en-US"/>
              <a:t>Level three A11</a:t>
            </a:r>
          </a:p>
          <a:p>
            <a:pPr lvl="1"/>
            <a:r>
              <a:rPr lang="en-US"/>
              <a:t>Level two A2</a:t>
            </a:r>
          </a:p>
          <a:p>
            <a:r>
              <a:rPr lang="en-US"/>
              <a:t>Level one B</a:t>
            </a:r>
          </a:p>
        </p:txBody>
      </p:sp>
    </p:spTree>
    <p:extLst>
      <p:ext uri="{BB962C8B-B14F-4D97-AF65-F5344CB8AC3E}">
        <p14:creationId xmlns:p14="http://schemas.microsoft.com/office/powerpoint/2010/main" val="3996755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51B4-319B-9088-B72F-6F520896F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972BB-8426-C781-83B5-F57B800F47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Left one</a:t>
            </a:r>
          </a:p>
          <a:p>
            <a:r>
              <a:rPr lang="en-US"/>
              <a:t>Left two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5CEC-70F4-316B-364B-DC534A461E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Right one</a:t>
            </a:r>
          </a:p>
          <a:p>
            <a:r>
              <a:rPr lang="en-US"/>
              <a:t>Right two</a:t>
            </a:r>
          </a:p>
        </p:txBody>
      </p:sp>
    </p:spTree>
    <p:extLst>
      <p:ext uri="{BB962C8B-B14F-4D97-AF65-F5344CB8AC3E}">
        <p14:creationId xmlns:p14="http://schemas.microsoft.com/office/powerpoint/2010/main" val="3327576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D598-89D5-2C45-C1A2-AC8E6D8A6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Picture</a:t>
            </a:r>
          </a:p>
        </p:txBody>
      </p:sp>
      <p:pic>
        <p:nvPicPr>
          <p:cNvPr id="4" name="PlainPicture">
            <a:extLst>
              <a:ext uri="{FF2B5EF4-FFF2-40B4-BE49-F238E27FC236}">
                <a16:creationId xmlns:a16="http://schemas.microsoft.com/office/drawing/2014/main" id="{9D515AE0-A497-5C76-57CE-29436F16B5E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778000"/>
            <a:ext cx="4572000" cy="3429000"/>
          </a:xfrm>
          <a:prstGeom prst="rect">
            <a:avLst/>
          </a:prstGeom>
        </p:spPr>
      </p:pic>
      <p:pic>
        <p:nvPicPr>
          <p:cNvPr id="6" name="CroppedPicture">
            <a:extLst>
              <a:ext uri="{FF2B5EF4-FFF2-40B4-BE49-F238E27FC236}">
                <a16:creationId xmlns:a16="http://schemas.microsoft.com/office/drawing/2014/main" id="{7B05E84C-E083-CECC-200D-A0412427E95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7" t="13331"/>
          <a:stretch>
            <a:fillRect/>
          </a:stretch>
        </p:blipFill>
        <p:spPr>
          <a:xfrm>
            <a:off x="7518272" y="2235136"/>
            <a:ext cx="3657728" cy="297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32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CB75-6C26-FC1A-2712-5AEC4CBBB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</a:t>
            </a:r>
          </a:p>
        </p:txBody>
      </p:sp>
      <p:graphicFrame>
        <p:nvGraphicFramePr>
          <p:cNvPr id="3" name="MergedTable">
            <a:extLst>
              <a:ext uri="{FF2B5EF4-FFF2-40B4-BE49-F238E27FC236}">
                <a16:creationId xmlns:a16="http://schemas.microsoft.com/office/drawing/2014/main" id="{2FA05CC0-B41D-F95F-D2D6-9EE3E6FCB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090705"/>
              </p:ext>
            </p:extLst>
          </p:nvPr>
        </p:nvGraphicFramePr>
        <p:xfrm>
          <a:off x="762000" y="1905000"/>
          <a:ext cx="1066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16461635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59858649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858424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228706172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r>
                        <a:rPr lang="en-US"/>
                        <a:t>r1c1</a:t>
                      </a:r>
                    </a:p>
                    <a:p>
                      <a:r>
                        <a:rPr lang="en-US"/>
                        <a:t>r1c2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4485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n-US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r2c3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/>
                        <a:t>r2c4</a:t>
                      </a:r>
                    </a:p>
                    <a:p>
                      <a:r>
                        <a:rPr lang="en-US"/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535254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n-US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191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935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0CDF-22D1-FC99-625D-39802CDD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Shapes</a:t>
            </a:r>
          </a:p>
        </p:txBody>
      </p:sp>
      <p:sp>
        <p:nvSpPr>
          <p:cNvPr id="3" name="RectShape">
            <a:extLst>
              <a:ext uri="{FF2B5EF4-FFF2-40B4-BE49-F238E27FC236}">
                <a16:creationId xmlns:a16="http://schemas.microsoft.com/office/drawing/2014/main" id="{9C1265DA-8B68-791E-E92F-C646DC9A211C}"/>
              </a:ext>
            </a:extLst>
          </p:cNvPr>
          <p:cNvSpPr/>
          <p:nvPr/>
        </p:nvSpPr>
        <p:spPr>
          <a:xfrm>
            <a:off x="762000" y="2032000"/>
            <a:ext cx="3048000" cy="1778000"/>
          </a:xfrm>
          <a:prstGeom prst="rect">
            <a:avLst/>
          </a:prstGeom>
          <a:solidFill>
            <a:srgbClr val="FFC000"/>
          </a:solidFill>
          <a:ln w="38100">
            <a:solidFill>
              <a:srgbClr val="000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Rect text</a:t>
            </a:r>
          </a:p>
        </p:txBody>
      </p:sp>
      <p:sp>
        <p:nvSpPr>
          <p:cNvPr id="4" name="EllipseShape">
            <a:extLst>
              <a:ext uri="{FF2B5EF4-FFF2-40B4-BE49-F238E27FC236}">
                <a16:creationId xmlns:a16="http://schemas.microsoft.com/office/drawing/2014/main" id="{F3116C90-5E92-CAC4-49C1-80A13BCC5475}"/>
              </a:ext>
            </a:extLst>
          </p:cNvPr>
          <p:cNvSpPr/>
          <p:nvPr/>
        </p:nvSpPr>
        <p:spPr>
          <a:xfrm>
            <a:off x="4318000" y="2032000"/>
            <a:ext cx="3048000" cy="1778000"/>
          </a:xfrm>
          <a:prstGeom prst="ellipse">
            <a:avLst/>
          </a:prstGeom>
          <a:solidFill>
            <a:srgbClr val="00B05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Ellipse text</a:t>
            </a:r>
          </a:p>
        </p:txBody>
      </p:sp>
      <p:sp>
        <p:nvSpPr>
          <p:cNvPr id="5" name="RoundShape">
            <a:extLst>
              <a:ext uri="{FF2B5EF4-FFF2-40B4-BE49-F238E27FC236}">
                <a16:creationId xmlns:a16="http://schemas.microsoft.com/office/drawing/2014/main" id="{297EB1C5-95AC-86A3-DACC-E80A761BC7EB}"/>
              </a:ext>
            </a:extLst>
          </p:cNvPr>
          <p:cNvSpPr/>
          <p:nvPr/>
        </p:nvSpPr>
        <p:spPr>
          <a:xfrm>
            <a:off x="7874000" y="2032000"/>
            <a:ext cx="3048000" cy="1778000"/>
          </a:xfrm>
          <a:prstGeom prst="roundRect">
            <a:avLst/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Round text</a:t>
            </a:r>
          </a:p>
        </p:txBody>
      </p:sp>
    </p:spTree>
    <p:extLst>
      <p:ext uri="{BB962C8B-B14F-4D97-AF65-F5344CB8AC3E}">
        <p14:creationId xmlns:p14="http://schemas.microsoft.com/office/powerpoint/2010/main" val="296660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282EF-5F09-6D0F-D481-91B77D1BC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</a:t>
            </a:r>
          </a:p>
        </p:txBody>
      </p:sp>
      <p:grpSp>
        <p:nvGrpSpPr>
          <p:cNvPr id="5" name="TwoShapeGroup">
            <a:extLst>
              <a:ext uri="{FF2B5EF4-FFF2-40B4-BE49-F238E27FC236}">
                <a16:creationId xmlns:a16="http://schemas.microsoft.com/office/drawing/2014/main" id="{B75F000C-22A1-6C29-3A74-BDBCFB9E736F}"/>
              </a:ext>
            </a:extLst>
          </p:cNvPr>
          <p:cNvGrpSpPr/>
          <p:nvPr/>
        </p:nvGrpSpPr>
        <p:grpSpPr>
          <a:xfrm>
            <a:off x="2540000" y="2540000"/>
            <a:ext cx="4826000" cy="2032000"/>
            <a:chOff x="2540000" y="2540000"/>
            <a:chExt cx="4826000" cy="2032000"/>
          </a:xfrm>
        </p:grpSpPr>
        <p:sp>
          <p:nvSpPr>
            <p:cNvPr id="3" name="GA">
              <a:extLst>
                <a:ext uri="{FF2B5EF4-FFF2-40B4-BE49-F238E27FC236}">
                  <a16:creationId xmlns:a16="http://schemas.microsoft.com/office/drawing/2014/main" id="{289B0B3B-9AFB-F2D2-E4BE-0704E6A9DDC6}"/>
                </a:ext>
              </a:extLst>
            </p:cNvPr>
            <p:cNvSpPr/>
            <p:nvPr/>
          </p:nvSpPr>
          <p:spPr>
            <a:xfrm>
              <a:off x="2540000" y="2540000"/>
              <a:ext cx="2032000" cy="1270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In group A</a:t>
              </a:r>
            </a:p>
          </p:txBody>
        </p:sp>
        <p:sp>
          <p:nvSpPr>
            <p:cNvPr id="4" name="GB">
              <a:extLst>
                <a:ext uri="{FF2B5EF4-FFF2-40B4-BE49-F238E27FC236}">
                  <a16:creationId xmlns:a16="http://schemas.microsoft.com/office/drawing/2014/main" id="{FB340F3F-58BC-5275-3256-85A1756533F8}"/>
                </a:ext>
              </a:extLst>
            </p:cNvPr>
            <p:cNvSpPr/>
            <p:nvPr/>
          </p:nvSpPr>
          <p:spPr>
            <a:xfrm>
              <a:off x="5334000" y="3302000"/>
              <a:ext cx="2032000" cy="1270000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In group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541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E1BC5-5D17-1E58-A6AE-BF89F9D41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Navy background</a:t>
            </a:r>
          </a:p>
        </p:txBody>
      </p:sp>
    </p:spTree>
    <p:extLst>
      <p:ext uri="{BB962C8B-B14F-4D97-AF65-F5344CB8AC3E}">
        <p14:creationId xmlns:p14="http://schemas.microsoft.com/office/powerpoint/2010/main" val="889341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CAC27-00B1-9BB9-2B99-57D6EA16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Has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1DC27-8C19-F094-9A37-2CC18AE0A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Body of the notes slide</a:t>
            </a:r>
          </a:p>
        </p:txBody>
      </p:sp>
    </p:spTree>
    <p:extLst>
      <p:ext uri="{BB962C8B-B14F-4D97-AF65-F5344CB8AC3E}">
        <p14:creationId xmlns:p14="http://schemas.microsoft.com/office/powerpoint/2010/main" val="189446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EEDED-5B6F-6700-E22E-551A94B0B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Hidden slide</a:t>
            </a:r>
          </a:p>
        </p:txBody>
      </p:sp>
    </p:spTree>
    <p:extLst>
      <p:ext uri="{BB962C8B-B14F-4D97-AF65-F5344CB8AC3E}">
        <p14:creationId xmlns:p14="http://schemas.microsoft.com/office/powerpoint/2010/main" val="153776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1B85A-8CEF-A23E-F86B-952B9FBC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Tiếng Việt </a:t>
            </a:r>
            <a:r>
              <a:rPr lang="ja-JP" altLang="en-US"/>
              <a:t>中文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500AB-1C26-57BD-CC92-12D6715E3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Cộng hòa xã hội chủ nghĩa Việt Nam</a:t>
            </a:r>
          </a:p>
          <a:p>
            <a:r>
              <a:rPr lang="vi-VN"/>
              <a:t>Những đường ống dầu, ngặt nghèo, rực rỡ</a:t>
            </a:r>
          </a:p>
          <a:p>
            <a:r>
              <a:rPr lang="ja-JP" altLang="en-US"/>
              <a:t>你好，世界。这是中文测试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05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D0212-05C8-8E71-CA29-1DCD8442C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Chart</a:t>
            </a:r>
          </a:p>
        </p:txBody>
      </p:sp>
      <p:graphicFrame>
        <p:nvGraphicFramePr>
          <p:cNvPr id="3" name="SalesChart">
            <a:extLst>
              <a:ext uri="{FF2B5EF4-FFF2-40B4-BE49-F238E27FC236}">
                <a16:creationId xmlns:a16="http://schemas.microsoft.com/office/drawing/2014/main" id="{45E9FDB6-A515-5874-10F4-FA6F2D646F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0124069"/>
              </p:ext>
            </p:extLst>
          </p:nvPr>
        </p:nvGraphicFramePr>
        <p:xfrm>
          <a:off x="1270000" y="1778000"/>
          <a:ext cx="9652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54401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Widescreen</PresentationFormat>
  <Paragraphs>46</Paragraphs>
  <Slides>12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Real Deck Title</vt:lpstr>
      <vt:lpstr>Bullets</vt:lpstr>
      <vt:lpstr>Two columns</vt:lpstr>
      <vt:lpstr>Picture</vt:lpstr>
      <vt:lpstr>Table</vt:lpstr>
      <vt:lpstr>Shapes</vt:lpstr>
      <vt:lpstr>Group</vt:lpstr>
      <vt:lpstr>Navy background</vt:lpstr>
      <vt:lpstr>Has notes</vt:lpstr>
      <vt:lpstr>Hidden slide</vt:lpstr>
      <vt:lpstr>Tiếng Việt 中文</vt:lpstr>
      <vt:lpstr>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2026-10-26T03:31:33Z</dcterms:created>
  <dcterms:modified xsi:type="dcterms:W3CDTF">2026-10-26T03:31:35Z</dcterms:modified>
</cp:coreProperties>
</file>