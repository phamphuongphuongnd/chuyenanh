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898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64-4DEF-8FED-DE694311454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64-4DEF-8FED-DE694311454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64-4DEF-8FED-DE69431145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75293408"/>
        <c:axId val="1975291488"/>
      </c:barChart>
      <c:catAx>
        <c:axId val="1975293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5291488"/>
        <c:crosses val="autoZero"/>
        <c:auto val="1"/>
        <c:lblAlgn val="ctr"/>
        <c:lblOffset val="100"/>
        <c:noMultiLvlLbl val="0"/>
      </c:catAx>
      <c:valAx>
        <c:axId val="19752914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52934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D1DA51-233C-4C9D-BC47-A23C3A53D27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9F5DE5-B1C5-423F-9129-1889EE5F0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65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note line</a:t>
            </a:r>
          </a:p>
          <a:p>
            <a:r>
              <a:rPr lang="en-US"/>
              <a:t>Second note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9F5DE5-B1C5-423F-9129-1889EE5F09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84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E6217-269E-805B-317B-BE695FB51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C5ED21-A649-807E-0970-4187EEA656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2E003-1003-7ACA-6B0C-371217149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95B27-2A13-6B71-15C0-A7EADA5B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7D3A3-D5C0-7A26-03DE-6972222A1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154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762D-0B78-B14D-6A08-70B87537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49931-3B90-EFF3-E444-00323DB06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04D9EA-E49B-6398-25F7-F23DB6C9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12242-4F96-E293-AE30-EED35DEBB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83E3B-835A-5314-5798-0B0217CF1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604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4D49A-0947-916E-1A46-C6604E622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876039-7CDE-7921-979D-0D69F64023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9EF5-708B-5366-3660-DCCF139F4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FCBD5-AE0D-85B1-8B26-9304D13A9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989EA-57CF-043C-5721-E358F9C7D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557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B3A3A-79FA-68DB-7D28-3F0FD396F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52A22-C69D-8B30-59C0-02400A43AE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146109-6838-EBF4-A32A-FF9DB25C36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4C6D10-DC90-7E8D-75B8-42FD1D5E4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D0FD73-EBE1-A2AD-098E-125A076E8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CA924C-4856-6540-ADE9-4CE8E98BF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811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07209-C1FE-3317-A81A-1FCFF3BB3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C7698-EE12-0762-DD16-91F644D3D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89674D-CD0E-B6A5-F06A-F5D13C166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26E9EA-926A-7788-10AC-475740A9FE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9CABDC-D8DD-6730-033F-EA3DC6A369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C01E66-663F-A2CC-78A8-19485A68E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08D139-33E8-0253-CE24-F47DFA27D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0CDBD6-7806-0A68-D568-547E5A4EC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460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FD803-8B8C-13A2-58EC-46043BE34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F33537-2EF5-9B46-FD35-ED72CA9C9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09CE21-9C49-8119-57F8-69545509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E4FA25-8FC5-BB2A-37F9-9D39BF4DA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62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374CC2-1996-2AF2-0633-8BB0A8D43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05809F-5A83-868F-2AEE-AF74A4BB0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DFCB9-F424-6037-9EC2-5FF3C5C6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04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77A0F-FC86-CAB4-69D6-B25D98332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05ED1-739C-F2A8-9B16-6D2D0C925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BBFD7-18B3-98B0-3045-3067BBA127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994DA9-8C28-8E1A-451D-4CFCB501D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605FA3-3351-5E4F-9A2E-7698EA4DF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1DF0A-DB82-165C-7ADF-B2E79CB7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05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5378C-4ED0-56AB-BAC7-C0B994FAB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CD82A8-778A-6CBD-62EB-B0020E74F9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C98BD-5856-FAB6-1738-4F974C81A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6FD333-B15F-BBA1-0FDF-6E510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ABA3A4-F266-9BFB-BC1B-1406A6126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C9EC3-C7F1-8598-E22D-2FC793B82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438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0DA69-9539-7609-D233-FD842B1B1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6CB877-37CB-F93E-5255-FD31E6D65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95BB3-7CDB-3FFE-A32F-A608555A0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CC20BE-492F-4FA3-BACC-D46C0ED1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A3163-7311-31B2-510B-E55F8855B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8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E157D5-5CF6-1C1D-48C9-FBB9003A6E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6259A7-8ACF-B25E-04A4-89D6D67DBD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F48B8-78A7-521C-AC20-020101126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8DE5F6-8622-1A24-3215-B35DE7A5C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13F0F-BCB8-2456-77C3-1B7450650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1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E5D7FE-070F-0169-7BA6-5C6A474B7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95CC02-02F2-DE2D-F377-1D193091D8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FF0B9-34CC-A856-A180-344640C1D7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83E605-C476-4F45-AFD5-5AA281B68665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9BC62-9109-DE7B-0BD0-A28C50E641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FDC10-4643-9BAD-4FEE-28EAEB5AD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BC5639-7327-40EC-ADEE-32BCFEE5F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210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230D0-E92A-02F5-361E-6F40648A14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Real Deck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F82741-EAAE-06CD-05FB-DD7CECFF7F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Subtitle line made by PowerPoint</a:t>
            </a:r>
          </a:p>
        </p:txBody>
      </p:sp>
    </p:spTree>
    <p:extLst>
      <p:ext uri="{BB962C8B-B14F-4D97-AF65-F5344CB8AC3E}">
        <p14:creationId xmlns:p14="http://schemas.microsoft.com/office/powerpoint/2010/main" val="331742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9C633-BE54-B7B0-90C7-A083E5F9B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Bullets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AE2DD-F966-9200-DD9C-71560CF46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Level one A</a:t>
            </a:r>
          </a:p>
          <a:p>
            <a:pPr lvl="1"/>
            <a:r>
              <a:rPr lang="en-US"/>
              <a:t>Level two A1</a:t>
            </a:r>
          </a:p>
          <a:p>
            <a:pPr lvl="2"/>
            <a:r>
              <a:rPr lang="en-US"/>
              <a:t>Level three A11</a:t>
            </a:r>
          </a:p>
          <a:p>
            <a:pPr lvl="1"/>
            <a:r>
              <a:rPr lang="en-US"/>
              <a:t>Level two A2</a:t>
            </a:r>
          </a:p>
          <a:p>
            <a:r>
              <a:rPr lang="en-US"/>
              <a:t>Level one B</a:t>
            </a:r>
          </a:p>
        </p:txBody>
      </p:sp>
    </p:spTree>
    <p:extLst>
      <p:ext uri="{BB962C8B-B14F-4D97-AF65-F5344CB8AC3E}">
        <p14:creationId xmlns:p14="http://schemas.microsoft.com/office/powerpoint/2010/main" val="372145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13E60-929D-21EB-9300-83F49CBDE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D1A62-2F4F-5EB5-2F2D-084402FAB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Left one</a:t>
            </a:r>
          </a:p>
          <a:p>
            <a:r>
              <a:rPr lang="en-US"/>
              <a:t>Left two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863452-62B0-47B5-8D41-4D6332019D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Right one</a:t>
            </a:r>
          </a:p>
          <a:p>
            <a:r>
              <a:rPr lang="en-US"/>
              <a:t>Right two</a:t>
            </a:r>
          </a:p>
        </p:txBody>
      </p:sp>
    </p:spTree>
    <p:extLst>
      <p:ext uri="{BB962C8B-B14F-4D97-AF65-F5344CB8AC3E}">
        <p14:creationId xmlns:p14="http://schemas.microsoft.com/office/powerpoint/2010/main" val="3515549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931F9-612B-042F-8754-84889A698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Picture</a:t>
            </a:r>
          </a:p>
        </p:txBody>
      </p:sp>
      <p:pic>
        <p:nvPicPr>
          <p:cNvPr id="4" name="PlainPicture">
            <a:extLst>
              <a:ext uri="{FF2B5EF4-FFF2-40B4-BE49-F238E27FC236}">
                <a16:creationId xmlns:a16="http://schemas.microsoft.com/office/drawing/2014/main" id="{2A729752-2AC9-BFD3-C2CE-8E807285C9F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778000"/>
            <a:ext cx="4572000" cy="3429000"/>
          </a:xfrm>
          <a:prstGeom prst="rect">
            <a:avLst/>
          </a:prstGeom>
        </p:spPr>
      </p:pic>
      <p:pic>
        <p:nvPicPr>
          <p:cNvPr id="6" name="CroppedPicture">
            <a:extLst>
              <a:ext uri="{FF2B5EF4-FFF2-40B4-BE49-F238E27FC236}">
                <a16:creationId xmlns:a16="http://schemas.microsoft.com/office/drawing/2014/main" id="{DE93B8A9-D62B-E9E5-DAA4-876FE913E4D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7" t="13331"/>
          <a:stretch>
            <a:fillRect/>
          </a:stretch>
        </p:blipFill>
        <p:spPr>
          <a:xfrm>
            <a:off x="7518272" y="2235136"/>
            <a:ext cx="3657728" cy="297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763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CFE67-6870-448D-0422-771AEF6F7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</a:t>
            </a:r>
          </a:p>
        </p:txBody>
      </p:sp>
      <p:graphicFrame>
        <p:nvGraphicFramePr>
          <p:cNvPr id="3" name="MergedTable">
            <a:extLst>
              <a:ext uri="{FF2B5EF4-FFF2-40B4-BE49-F238E27FC236}">
                <a16:creationId xmlns:a16="http://schemas.microsoft.com/office/drawing/2014/main" id="{548244D1-4670-448F-B246-9DF92D43CD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63850"/>
              </p:ext>
            </p:extLst>
          </p:nvPr>
        </p:nvGraphicFramePr>
        <p:xfrm>
          <a:off x="762000" y="1905000"/>
          <a:ext cx="10668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80045205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598683909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971657670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646065450"/>
                    </a:ext>
                  </a:extLst>
                </a:gridCol>
              </a:tblGrid>
              <a:tr h="1016000">
                <a:tc gridSpan="2">
                  <a:txBody>
                    <a:bodyPr/>
                    <a:lstStyle/>
                    <a:p>
                      <a:r>
                        <a:rPr lang="en-US"/>
                        <a:t>r1c1</a:t>
                      </a:r>
                    </a:p>
                    <a:p>
                      <a:r>
                        <a:rPr lang="en-US"/>
                        <a:t>r1c2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r1c3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r1c4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01091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r>
                        <a:rPr lang="en-US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r2c3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/>
                        <a:t>r2c4</a:t>
                      </a:r>
                    </a:p>
                    <a:p>
                      <a:r>
                        <a:rPr lang="en-US"/>
                        <a:t>r3c4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341877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r>
                        <a:rPr lang="en-US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r3c3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7463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086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5B338-BB7F-CFDD-0E86-33CF5A2B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Shapes</a:t>
            </a:r>
          </a:p>
        </p:txBody>
      </p:sp>
      <p:sp>
        <p:nvSpPr>
          <p:cNvPr id="3" name="RectShape">
            <a:extLst>
              <a:ext uri="{FF2B5EF4-FFF2-40B4-BE49-F238E27FC236}">
                <a16:creationId xmlns:a16="http://schemas.microsoft.com/office/drawing/2014/main" id="{1D91904A-6F49-D425-BCA1-49090240E545}"/>
              </a:ext>
            </a:extLst>
          </p:cNvPr>
          <p:cNvSpPr/>
          <p:nvPr/>
        </p:nvSpPr>
        <p:spPr>
          <a:xfrm>
            <a:off x="762000" y="2032000"/>
            <a:ext cx="3048000" cy="1778000"/>
          </a:xfrm>
          <a:prstGeom prst="rect">
            <a:avLst/>
          </a:prstGeom>
          <a:solidFill>
            <a:srgbClr val="FFC000"/>
          </a:solidFill>
          <a:ln w="38100">
            <a:solidFill>
              <a:srgbClr val="0000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0000"/>
                </a:solidFill>
              </a:rPr>
              <a:t>Rect text</a:t>
            </a:r>
          </a:p>
        </p:txBody>
      </p:sp>
      <p:sp>
        <p:nvSpPr>
          <p:cNvPr id="4" name="EllipseShape">
            <a:extLst>
              <a:ext uri="{FF2B5EF4-FFF2-40B4-BE49-F238E27FC236}">
                <a16:creationId xmlns:a16="http://schemas.microsoft.com/office/drawing/2014/main" id="{F937DF6A-D7C5-F90F-B225-E0EE73B32746}"/>
              </a:ext>
            </a:extLst>
          </p:cNvPr>
          <p:cNvSpPr/>
          <p:nvPr/>
        </p:nvSpPr>
        <p:spPr>
          <a:xfrm>
            <a:off x="4318000" y="2032000"/>
            <a:ext cx="3048000" cy="1778000"/>
          </a:xfrm>
          <a:prstGeom prst="ellipse">
            <a:avLst/>
          </a:prstGeom>
          <a:solidFill>
            <a:srgbClr val="00B050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Ellipse text</a:t>
            </a:r>
          </a:p>
        </p:txBody>
      </p:sp>
      <p:sp>
        <p:nvSpPr>
          <p:cNvPr id="5" name="RoundShape">
            <a:extLst>
              <a:ext uri="{FF2B5EF4-FFF2-40B4-BE49-F238E27FC236}">
                <a16:creationId xmlns:a16="http://schemas.microsoft.com/office/drawing/2014/main" id="{BB9C2B69-924F-4F3D-0F0C-EB8D1A2E42F1}"/>
              </a:ext>
            </a:extLst>
          </p:cNvPr>
          <p:cNvSpPr/>
          <p:nvPr/>
        </p:nvSpPr>
        <p:spPr>
          <a:xfrm>
            <a:off x="7874000" y="2032000"/>
            <a:ext cx="3048000" cy="1778000"/>
          </a:xfrm>
          <a:prstGeom prst="roundRect">
            <a:avLst/>
          </a:prstGeom>
          <a:solidFill>
            <a:srgbClr val="7030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Round text</a:t>
            </a:r>
          </a:p>
        </p:txBody>
      </p:sp>
    </p:spTree>
    <p:extLst>
      <p:ext uri="{BB962C8B-B14F-4D97-AF65-F5344CB8AC3E}">
        <p14:creationId xmlns:p14="http://schemas.microsoft.com/office/powerpoint/2010/main" val="3563219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26C67-E297-5D9C-590A-31386341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Group</a:t>
            </a:r>
          </a:p>
        </p:txBody>
      </p:sp>
      <p:grpSp>
        <p:nvGrpSpPr>
          <p:cNvPr id="5" name="TwoShapeGroup">
            <a:extLst>
              <a:ext uri="{FF2B5EF4-FFF2-40B4-BE49-F238E27FC236}">
                <a16:creationId xmlns:a16="http://schemas.microsoft.com/office/drawing/2014/main" id="{40197D4D-095B-2465-736F-C8EB38900003}"/>
              </a:ext>
            </a:extLst>
          </p:cNvPr>
          <p:cNvGrpSpPr/>
          <p:nvPr/>
        </p:nvGrpSpPr>
        <p:grpSpPr>
          <a:xfrm>
            <a:off x="2540000" y="2540000"/>
            <a:ext cx="4826000" cy="2032000"/>
            <a:chOff x="2540000" y="2540000"/>
            <a:chExt cx="4826000" cy="2032000"/>
          </a:xfrm>
        </p:grpSpPr>
        <p:sp>
          <p:nvSpPr>
            <p:cNvPr id="3" name="GA">
              <a:extLst>
                <a:ext uri="{FF2B5EF4-FFF2-40B4-BE49-F238E27FC236}">
                  <a16:creationId xmlns:a16="http://schemas.microsoft.com/office/drawing/2014/main" id="{AA33D299-A3C7-A418-727B-FC7DF0EDC70C}"/>
                </a:ext>
              </a:extLst>
            </p:cNvPr>
            <p:cNvSpPr/>
            <p:nvPr/>
          </p:nvSpPr>
          <p:spPr>
            <a:xfrm>
              <a:off x="2540000" y="2540000"/>
              <a:ext cx="2032000" cy="12700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In group A</a:t>
              </a:r>
            </a:p>
          </p:txBody>
        </p:sp>
        <p:sp>
          <p:nvSpPr>
            <p:cNvPr id="4" name="GB">
              <a:extLst>
                <a:ext uri="{FF2B5EF4-FFF2-40B4-BE49-F238E27FC236}">
                  <a16:creationId xmlns:a16="http://schemas.microsoft.com/office/drawing/2014/main" id="{16840360-55F0-F7AC-53F0-FDC12C2C287A}"/>
                </a:ext>
              </a:extLst>
            </p:cNvPr>
            <p:cNvSpPr/>
            <p:nvPr/>
          </p:nvSpPr>
          <p:spPr>
            <a:xfrm>
              <a:off x="5334000" y="3302000"/>
              <a:ext cx="2032000" cy="1270000"/>
            </a:xfrm>
            <a:prstGeom prst="ellipse">
              <a:avLst/>
            </a:prstGeom>
            <a:solidFill>
              <a:srgbClr val="0000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In group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7225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B62A8-26F9-59FE-3196-C25318AC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FFFFFF"/>
                </a:solidFill>
              </a:rPr>
              <a:t>Navy background</a:t>
            </a:r>
          </a:p>
        </p:txBody>
      </p:sp>
    </p:spTree>
    <p:extLst>
      <p:ext uri="{BB962C8B-B14F-4D97-AF65-F5344CB8AC3E}">
        <p14:creationId xmlns:p14="http://schemas.microsoft.com/office/powerpoint/2010/main" val="414738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E38A1-677A-7FCC-3BE4-9F42A0953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Has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D89AE-B275-BA9D-4B95-DEB446FCF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Body of the notes slide</a:t>
            </a:r>
          </a:p>
        </p:txBody>
      </p:sp>
    </p:spTree>
    <p:extLst>
      <p:ext uri="{BB962C8B-B14F-4D97-AF65-F5344CB8AC3E}">
        <p14:creationId xmlns:p14="http://schemas.microsoft.com/office/powerpoint/2010/main" val="4181773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F9C93-A5A9-43C9-7DF9-8B1ECA705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Hidden slide</a:t>
            </a:r>
          </a:p>
        </p:txBody>
      </p:sp>
    </p:spTree>
    <p:extLst>
      <p:ext uri="{BB962C8B-B14F-4D97-AF65-F5344CB8AC3E}">
        <p14:creationId xmlns:p14="http://schemas.microsoft.com/office/powerpoint/2010/main" val="3790154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6212E-28E1-01B3-804C-44B547C5E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Tiếng Việt </a:t>
            </a:r>
            <a:r>
              <a:rPr lang="ja-JP" altLang="en-US"/>
              <a:t>中文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0D193-7903-646B-BBC3-A933BAACE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Cộng hòa xã hội chủ nghĩa Việt Nam</a:t>
            </a:r>
          </a:p>
          <a:p>
            <a:r>
              <a:rPr lang="vi-VN"/>
              <a:t>Những đường ống dầu, ngặt nghèo, rực rỡ</a:t>
            </a:r>
          </a:p>
          <a:p>
            <a:r>
              <a:rPr lang="ja-JP" altLang="en-US"/>
              <a:t>你好，世界。这是中文测试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533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96AEB-D995-C40D-CE35-8ACDE5508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Chart</a:t>
            </a:r>
          </a:p>
        </p:txBody>
      </p:sp>
      <p:graphicFrame>
        <p:nvGraphicFramePr>
          <p:cNvPr id="3" name="SalesChart">
            <a:extLst>
              <a:ext uri="{FF2B5EF4-FFF2-40B4-BE49-F238E27FC236}">
                <a16:creationId xmlns:a16="http://schemas.microsoft.com/office/drawing/2014/main" id="{F1415FC3-2288-03A5-2ABC-39B46D57D5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364669"/>
              </p:ext>
            </p:extLst>
          </p:nvPr>
        </p:nvGraphicFramePr>
        <p:xfrm>
          <a:off x="1270000" y="1778000"/>
          <a:ext cx="9652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53062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Microsoft Office PowerPoint</Application>
  <PresentationFormat>Widescreen</PresentationFormat>
  <Paragraphs>46</Paragraphs>
  <Slides>12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Real Deck Title</vt:lpstr>
      <vt:lpstr>Bullets</vt:lpstr>
      <vt:lpstr>Two columns</vt:lpstr>
      <vt:lpstr>Picture</vt:lpstr>
      <vt:lpstr>Table</vt:lpstr>
      <vt:lpstr>Shapes</vt:lpstr>
      <vt:lpstr>Group</vt:lpstr>
      <vt:lpstr>Navy background</vt:lpstr>
      <vt:lpstr>Has notes</vt:lpstr>
      <vt:lpstr>Hidden slide</vt:lpstr>
      <vt:lpstr>Tiếng Việt 中文</vt:lpstr>
      <vt:lpstr>Chart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2</cp:revision>
  <dcterms:created xsi:type="dcterms:W3CDTF">2026-10-26T03:39:34Z</dcterms:created>
  <dcterms:modified xsi:type="dcterms:W3CDTF">2026-10-26T03:39:36Z</dcterms:modified>
</cp:coreProperties>
</file>