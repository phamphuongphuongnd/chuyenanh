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B963-F4C5-D407-0B91-51FAD7F31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7F883-12D2-1FF6-6106-BA9C771E1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E2E36-3D3D-0906-4DB8-D0802140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A75B3-1C90-B91B-68CA-05F5B2750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110B-DA9B-43DE-AC4A-37D0F815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4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C248-D703-8D62-66E5-5288A466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8A8FD-0280-528B-747F-70E11C3DD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54F6A-0749-9F3E-83BB-42B2A93D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4BEB4-87B9-C94A-E9F7-3404D8C51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0494-F87E-8B30-D4DA-948C9858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5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E4B0B-16BC-8EC2-BB9D-D6EE85A3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66B40-318D-7D80-2133-47AAF43A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08640-000B-53F6-22AF-76C5CD4C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E94C1-D746-01C9-3AE0-5E3A8C2A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EA8FC-7D9D-78D8-D173-5734FF1E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3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FA19-66D3-02CF-06EE-90C3402DE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32A08-D522-6502-4CDF-A17343156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2938A-B4F7-5A7A-D5ED-3317D5C68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A655E-064D-FFD7-AFE8-D81EAAEA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7E155-1C04-C509-6046-C744C5729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12314-4AD4-3968-DA70-36D0402E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15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019C9-B674-2F4E-CB0A-185E095D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991C2-5FEF-4DA5-5335-07A70CDBC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F1852-5105-F1BD-A628-E7E262654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5E110-9ED0-B6EC-E030-02DF0AAF6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22B14-229C-EC7D-65DD-F0D2D0CF3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B1E1B2-C4C4-2580-64EF-7BE0E17F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13AC9-078B-B852-D0CB-DF028840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2419CE-B02B-C392-4FF2-7E25ACF1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979D-62D4-4F98-439E-D7B2DBF9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BB79E8-AC0E-7E46-FB0C-3BBA7936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96D34-E0EE-5946-2B47-17B05DBD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CFD3C-6157-EAF3-E4A5-60D38497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5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6187BD-F38B-7DE2-D1B4-E0BDA1F7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1710D-F31B-8406-CECE-4C075EE7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A939-E9A3-6CAD-5673-5F40E3EC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8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F5965-5B2E-038F-0D06-664ACA2E7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9AD12-EAAF-B057-B474-88F4A09BC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3EF87-551A-00E6-5C21-C3392E55D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3C068-26F5-72F9-2BA4-6A26F4AD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3DA27-89F2-9E90-E197-CA1CF3AFD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860CA-CAC8-AA4B-E442-B52C4A33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4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1889-30D3-8489-AAFA-BB1CF476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859964-321C-0AE4-C0B9-7A10F7D9C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2B14E-01FD-8D20-1BF6-F90882F5A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C8D7D-6231-6C5E-C28F-CA49B00EE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E949E-2493-A2B0-8912-F4E35CCF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7069F-66D0-EF8D-F62F-306A9D81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2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2E2B-D20E-B7B5-181B-96211D91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3F6C9-B3FF-04B8-7816-067D50209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4203B-2EE4-4894-8B4A-96CD1C1D5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2336F-720C-B18B-8213-4548FCDF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57663-7DE6-8116-F930-3A8258291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D0EFB-841D-245E-A093-F15C7DE33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960A6-81CD-E1CB-CA42-603FAD0D7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E7E52-AFB8-6DED-A981-720F755F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D758C-AD53-7958-84F5-2451859D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EBBA0-7017-2E3D-7D26-D7749E9B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9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A0107-8B3C-24DE-C914-FC52789DA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1AAA7-4964-D65F-CA42-3FFBCB3A2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BC56A-49BB-E3B2-3FDE-439E0F733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92BFA-1781-4ABF-A6FE-019A5B4988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46B8-2A93-D0D6-E657-67CFDD7CD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B6A9B-7A64-52DB-79CC-153AB2883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13FC9-45AA-4EE2-863E-3092B30F9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0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1494-8334-65ED-527B-C4A89753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formatting</a:t>
            </a:r>
          </a:p>
        </p:txBody>
      </p:sp>
      <p:sp>
        <p:nvSpPr>
          <p:cNvPr id="3" name="FormatBox">
            <a:extLst>
              <a:ext uri="{FF2B5EF4-FFF2-40B4-BE49-F238E27FC236}">
                <a16:creationId xmlns:a16="http://schemas.microsoft.com/office/drawing/2014/main" id="{184A19E5-D5D3-708C-562C-48F3038D744D}"/>
              </a:ext>
            </a:extLst>
          </p:cNvPr>
          <p:cNvSpPr txBox="1"/>
          <p:nvPr/>
        </p:nvSpPr>
        <p:spPr>
          <a:xfrm>
            <a:off x="762000" y="1778000"/>
            <a:ext cx="5334000" cy="16312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 i="1" u="sng">
                <a:solidFill>
                  <a:schemeClr val="accent2"/>
                </a:solidFill>
              </a:rPr>
              <a:t>Bold italic underline</a:t>
            </a:r>
          </a:p>
          <a:p>
            <a:r>
              <a:rPr lang="en-US" sz="2000"/>
              <a:t>Visit the </a:t>
            </a:r>
            <a:r>
              <a:rPr lang="en-US" sz="2000">
                <a:hlinkClick r:id="rId2"/>
              </a:rPr>
              <a:t>site</a:t>
            </a:r>
            <a:endParaRPr lang="en-US" sz="2000"/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First item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Second item</a:t>
            </a:r>
          </a:p>
          <a:p>
            <a:pPr algn="r"/>
            <a:r>
              <a:rPr lang="en-US" sz="2000"/>
              <a:t>Right aligned</a:t>
            </a:r>
          </a:p>
        </p:txBody>
      </p:sp>
      <p:sp>
        <p:nvSpPr>
          <p:cNvPr id="4" name="ScriptBox">
            <a:extLst>
              <a:ext uri="{FF2B5EF4-FFF2-40B4-BE49-F238E27FC236}">
                <a16:creationId xmlns:a16="http://schemas.microsoft.com/office/drawing/2014/main" id="{D1790AA2-C30B-02D4-67B2-DD2AD270CCD9}"/>
              </a:ext>
            </a:extLst>
          </p:cNvPr>
          <p:cNvSpPr txBox="1"/>
          <p:nvPr/>
        </p:nvSpPr>
        <p:spPr>
          <a:xfrm>
            <a:off x="6604000" y="1778000"/>
            <a:ext cx="482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/>
              <a:t>H</a:t>
            </a:r>
            <a:r>
              <a:rPr lang="en-US" sz="2400" baseline="-25000"/>
              <a:t>2</a:t>
            </a:r>
            <a:r>
              <a:rPr lang="en-US" sz="2400"/>
              <a:t>O and x</a:t>
            </a:r>
            <a:r>
              <a:rPr lang="en-US" sz="2400" baseline="300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8823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016B8-4D79-B235-4BC1-6711417A8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Transforms</a:t>
            </a:r>
          </a:p>
        </p:txBody>
      </p:sp>
      <p:sp>
        <p:nvSpPr>
          <p:cNvPr id="3" name="Rotated">
            <a:extLst>
              <a:ext uri="{FF2B5EF4-FFF2-40B4-BE49-F238E27FC236}">
                <a16:creationId xmlns:a16="http://schemas.microsoft.com/office/drawing/2014/main" id="{1B2F5E24-E5FB-6A5A-C871-2B9CEFBF303E}"/>
              </a:ext>
            </a:extLst>
          </p:cNvPr>
          <p:cNvSpPr/>
          <p:nvPr/>
        </p:nvSpPr>
        <p:spPr>
          <a:xfrm rot="1800000">
            <a:off x="1016000" y="2032000"/>
            <a:ext cx="2540000" cy="127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rot 30</a:t>
            </a:r>
          </a:p>
        </p:txBody>
      </p:sp>
      <p:sp>
        <p:nvSpPr>
          <p:cNvPr id="4" name="FlippedTriangle">
            <a:extLst>
              <a:ext uri="{FF2B5EF4-FFF2-40B4-BE49-F238E27FC236}">
                <a16:creationId xmlns:a16="http://schemas.microsoft.com/office/drawing/2014/main" id="{0BC86C00-52BC-ECA2-CACE-6C3DFCE47D2B}"/>
              </a:ext>
            </a:extLst>
          </p:cNvPr>
          <p:cNvSpPr/>
          <p:nvPr/>
        </p:nvSpPr>
        <p:spPr>
          <a:xfrm flipH="1">
            <a:off x="4318000" y="2032000"/>
            <a:ext cx="2032000" cy="1524000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Arrow">
            <a:extLst>
              <a:ext uri="{FF2B5EF4-FFF2-40B4-BE49-F238E27FC236}">
                <a16:creationId xmlns:a16="http://schemas.microsoft.com/office/drawing/2014/main" id="{7AAB2325-BE59-EE9F-898F-6E0C62C61D5B}"/>
              </a:ext>
            </a:extLst>
          </p:cNvPr>
          <p:cNvSpPr/>
          <p:nvPr/>
        </p:nvSpPr>
        <p:spPr>
          <a:xfrm>
            <a:off x="7112000" y="2032000"/>
            <a:ext cx="2540000" cy="127000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DiagLine">
            <a:extLst>
              <a:ext uri="{FF2B5EF4-FFF2-40B4-BE49-F238E27FC236}">
                <a16:creationId xmlns:a16="http://schemas.microsoft.com/office/drawing/2014/main" id="{F898244A-7287-FF72-F687-842E22367A78}"/>
              </a:ext>
            </a:extLst>
          </p:cNvPr>
          <p:cNvCxnSpPr/>
          <p:nvPr/>
        </p:nvCxnSpPr>
        <p:spPr>
          <a:xfrm>
            <a:off x="1016000" y="4572000"/>
            <a:ext cx="4064000" cy="101600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radientRect">
            <a:extLst>
              <a:ext uri="{FF2B5EF4-FFF2-40B4-BE49-F238E27FC236}">
                <a16:creationId xmlns:a16="http://schemas.microsoft.com/office/drawing/2014/main" id="{E457DEA3-7C70-424E-9137-A4933219156C}"/>
              </a:ext>
            </a:extLst>
          </p:cNvPr>
          <p:cNvSpPr/>
          <p:nvPr/>
        </p:nvSpPr>
        <p:spPr>
          <a:xfrm>
            <a:off x="5842000" y="4191000"/>
            <a:ext cx="2540000" cy="16510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0000FF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FillRect">
            <a:extLst>
              <a:ext uri="{FF2B5EF4-FFF2-40B4-BE49-F238E27FC236}">
                <a16:creationId xmlns:a16="http://schemas.microsoft.com/office/drawing/2014/main" id="{4024323B-6BF2-866E-845A-B0F9E62DDDD2}"/>
              </a:ext>
            </a:extLst>
          </p:cNvPr>
          <p:cNvSpPr/>
          <p:nvPr/>
        </p:nvSpPr>
        <p:spPr>
          <a:xfrm>
            <a:off x="8890000" y="4191000"/>
            <a:ext cx="2540000" cy="1651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4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3CF9-4671-3A94-351F-59B6799D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Footer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93C79-3D4D-DFA6-40DE-93D9D8C33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Body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895DB-60AA-6536-7487-625260BC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79A9C-8B23-2B3A-A57C-378CB666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13FC9-45AA-4EE2-863E-3092B30F98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47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F301-4BB5-285F-EF20-5C55062B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A07F1-ADCB-858C-038F-8B667831B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Line number 1 of a very long list that must shrink</a:t>
            </a:r>
          </a:p>
          <a:p>
            <a:r>
              <a:rPr lang="en-US"/>
              <a:t>Line number 2 of a very long list that must shrink</a:t>
            </a:r>
          </a:p>
          <a:p>
            <a:r>
              <a:rPr lang="en-US"/>
              <a:t>Line number 3 of a very long list that must shrink</a:t>
            </a:r>
          </a:p>
          <a:p>
            <a:r>
              <a:rPr lang="en-US"/>
              <a:t>Line number 4 of a very long list that must shrink</a:t>
            </a:r>
          </a:p>
          <a:p>
            <a:r>
              <a:rPr lang="en-US"/>
              <a:t>Line number 5 of a very long list that must shrink</a:t>
            </a:r>
          </a:p>
          <a:p>
            <a:r>
              <a:rPr lang="en-US"/>
              <a:t>Line number 6 of a very long list that must shrink</a:t>
            </a:r>
          </a:p>
          <a:p>
            <a:r>
              <a:rPr lang="en-US"/>
              <a:t>Line number 7 of a very long list that must shrink</a:t>
            </a:r>
          </a:p>
          <a:p>
            <a:r>
              <a:rPr lang="en-US"/>
              <a:t>Line number 8 of a very long list that must shrink</a:t>
            </a:r>
          </a:p>
          <a:p>
            <a:r>
              <a:rPr lang="en-US"/>
              <a:t>Line number 9 of a very long list that must shrink</a:t>
            </a:r>
          </a:p>
          <a:p>
            <a:r>
              <a:rPr lang="en-US"/>
              <a:t>Line number 10 of a very long list that must shrink</a:t>
            </a:r>
          </a:p>
          <a:p>
            <a:r>
              <a:rPr lang="en-US"/>
              <a:t>Line number 11 of a very long list that must shrink</a:t>
            </a:r>
          </a:p>
          <a:p>
            <a:r>
              <a:rPr lang="en-US"/>
              <a:t>Line number 12 of a very long list that must shrink</a:t>
            </a:r>
          </a:p>
          <a:p>
            <a:r>
              <a:rPr lang="en-US"/>
              <a:t>Line number 13 of a very long list that must shrink</a:t>
            </a:r>
          </a:p>
          <a:p>
            <a:r>
              <a:rPr lang="en-US"/>
              <a:t>Line number 14 of a very long list that must shrink</a:t>
            </a:r>
          </a:p>
          <a:p>
            <a:r>
              <a:rPr lang="en-US"/>
              <a:t>Line number 15 of a very long list that must shrink</a:t>
            </a:r>
          </a:p>
          <a:p>
            <a:r>
              <a:rPr lang="en-US"/>
              <a:t>Line number 16 of a very long list that must shrink</a:t>
            </a:r>
          </a:p>
          <a:p>
            <a:r>
              <a:rPr lang="en-US"/>
              <a:t>Line number 17 of a very long list that must shrink</a:t>
            </a:r>
          </a:p>
          <a:p>
            <a:r>
              <a:rPr lang="en-US"/>
              <a:t>Line number 18 of a very long list that must shrink</a:t>
            </a:r>
          </a:p>
          <a:p>
            <a:r>
              <a:rPr lang="en-US"/>
              <a:t>Line number 19 of a very long list that must shrink</a:t>
            </a:r>
          </a:p>
          <a:p>
            <a:r>
              <a:rPr lang="en-US"/>
              <a:t>Line number 20 of a very long list that must shrink</a:t>
            </a:r>
          </a:p>
          <a:p>
            <a:r>
              <a:rPr lang="en-US"/>
              <a:t>Line number 21 of a very long list that must shrink</a:t>
            </a:r>
          </a:p>
          <a:p>
            <a:r>
              <a:rPr lang="en-US"/>
              <a:t>Line number 22 of a very long list that must shrink</a:t>
            </a:r>
          </a:p>
          <a:p>
            <a:r>
              <a:rPr lang="en-US"/>
              <a:t>Line number 23 of a very long list that must shrink</a:t>
            </a:r>
          </a:p>
          <a:p>
            <a:r>
              <a:rPr lang="en-US"/>
              <a:t>Line number 24 of a very long list that must shrink</a:t>
            </a:r>
          </a:p>
          <a:p>
            <a:r>
              <a:rPr lang="en-US"/>
              <a:t>Line number 25 of a very long list that must shrink</a:t>
            </a:r>
          </a:p>
          <a:p>
            <a:r>
              <a:rPr lang="en-US"/>
              <a:t>Line number 26 of a very long list that must shrink</a:t>
            </a:r>
          </a:p>
          <a:p>
            <a:r>
              <a:rPr lang="en-US"/>
              <a:t>Line number 27 of a very long list that must shrink</a:t>
            </a:r>
          </a:p>
          <a:p>
            <a:r>
              <a:rPr lang="en-US"/>
              <a:t>Line number 28 of a very long list that must shrink</a:t>
            </a:r>
          </a:p>
          <a:p>
            <a:r>
              <a:rPr lang="en-US"/>
              <a:t>Line number 29 of a very long list that must shrink</a:t>
            </a:r>
          </a:p>
          <a:p>
            <a:r>
              <a:rPr lang="en-US"/>
              <a:t>Line number 30 of a very long list that must shrink</a:t>
            </a:r>
          </a:p>
        </p:txBody>
      </p:sp>
    </p:spTree>
    <p:extLst>
      <p:ext uri="{BB962C8B-B14F-4D97-AF65-F5344CB8AC3E}">
        <p14:creationId xmlns:p14="http://schemas.microsoft.com/office/powerpoint/2010/main" val="73600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Microsoft Office PowerPoint</Application>
  <PresentationFormat>Custom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Text formatting</vt:lpstr>
      <vt:lpstr>Transforms</vt:lpstr>
      <vt:lpstr>Footer slide</vt:lpstr>
      <vt:lpstr>Autofit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2026-10-26T03:39:38Z</dcterms:created>
  <dcterms:modified xsi:type="dcterms:W3CDTF">2026-10-26T03:39:38Z</dcterms:modified>
</cp:coreProperties>
</file>